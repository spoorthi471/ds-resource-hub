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5.jpg" ContentType="image/jpeg"/>
  <Override PartName="/ppt/media/image6.jpg" ContentType="image/jpeg"/>
  <Override PartName="/ppt/media/image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8" r:id="rId3"/>
    <p:sldId id="259" r:id="rId4"/>
    <p:sldId id="260" r:id="rId5"/>
    <p:sldId id="261" r:id="rId6"/>
    <p:sldId id="262" r:id="rId7"/>
    <p:sldId id="263" r:id="rId8"/>
    <p:sldId id="279" r:id="rId9"/>
    <p:sldId id="265" r:id="rId10"/>
    <p:sldId id="267" r:id="rId11"/>
    <p:sldId id="269" r:id="rId12"/>
    <p:sldId id="270" r:id="rId13"/>
    <p:sldId id="271" r:id="rId14"/>
    <p:sldId id="272" r:id="rId15"/>
    <p:sldId id="274" r:id="rId16"/>
    <p:sldId id="275" r:id="rId17"/>
    <p:sldId id="277" r:id="rId1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54895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181163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100" y="987899"/>
                </a:moveTo>
                <a:lnTo>
                  <a:pt x="0" y="987899"/>
                </a:lnTo>
                <a:lnTo>
                  <a:pt x="989100" y="0"/>
                </a:lnTo>
                <a:lnTo>
                  <a:pt x="989100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170273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154757" y="3903681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9B2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4891594"/>
            <a:ext cx="9144000" cy="252095"/>
          </a:xfrm>
          <a:custGeom>
            <a:avLst/>
            <a:gdLst/>
            <a:ahLst/>
            <a:cxnLst/>
            <a:rect l="l" t="t" r="r" b="b"/>
            <a:pathLst>
              <a:path w="9144000" h="252095">
                <a:moveTo>
                  <a:pt x="9143999" y="251999"/>
                </a:moveTo>
                <a:lnTo>
                  <a:pt x="0" y="251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19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392" y="2053547"/>
            <a:ext cx="3895490" cy="278687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6807" y="2053547"/>
            <a:ext cx="3895492" cy="27868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469308"/>
            <a:ext cx="979805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 u="heavy">
                <a:solidFill>
                  <a:srgbClr val="F0629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F0629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54895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181163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100" y="987899"/>
                </a:moveTo>
                <a:lnTo>
                  <a:pt x="0" y="987899"/>
                </a:lnTo>
                <a:lnTo>
                  <a:pt x="989100" y="0"/>
                </a:lnTo>
                <a:lnTo>
                  <a:pt x="989100" y="987899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170273" y="3903669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987899"/>
                </a:ln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154757" y="3903681"/>
            <a:ext cx="989330" cy="988060"/>
          </a:xfrm>
          <a:custGeom>
            <a:avLst/>
            <a:gdLst/>
            <a:ahLst/>
            <a:cxnLst/>
            <a:rect l="l" t="t" r="r" b="b"/>
            <a:pathLst>
              <a:path w="989329" h="988060">
                <a:moveTo>
                  <a:pt x="989099" y="987899"/>
                </a:moveTo>
                <a:lnTo>
                  <a:pt x="0" y="0"/>
                </a:lnTo>
                <a:lnTo>
                  <a:pt x="989099" y="0"/>
                </a:lnTo>
                <a:lnTo>
                  <a:pt x="989099" y="987899"/>
                </a:lnTo>
                <a:close/>
              </a:path>
            </a:pathLst>
          </a:custGeom>
          <a:solidFill>
            <a:srgbClr val="9B25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4891594"/>
            <a:ext cx="9144000" cy="252095"/>
          </a:xfrm>
          <a:custGeom>
            <a:avLst/>
            <a:gdLst/>
            <a:ahLst/>
            <a:cxnLst/>
            <a:rect l="l" t="t" r="r" b="b"/>
            <a:pathLst>
              <a:path w="9144000" h="252095">
                <a:moveTo>
                  <a:pt x="9143999" y="251999"/>
                </a:moveTo>
                <a:lnTo>
                  <a:pt x="0" y="251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519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469308"/>
            <a:ext cx="8374549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2A3890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6142" y="1252607"/>
            <a:ext cx="5543550" cy="1287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 u="heavy">
                <a:solidFill>
                  <a:srgbClr val="F06292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-106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6098378" y="0"/>
            <a:ext cx="3046095" cy="2030730"/>
            <a:chOff x="6098378" y="0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3849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8" y="9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28789" y="101537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4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72184" y="0"/>
              <a:ext cx="1571815" cy="152046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351909" y="1797356"/>
            <a:ext cx="3637676" cy="6104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 marR="5080" indent="-132715">
              <a:lnSpc>
                <a:spcPct val="100000"/>
              </a:lnSpc>
              <a:spcBef>
                <a:spcPts val="100"/>
              </a:spcBef>
            </a:pPr>
            <a:r>
              <a:rPr lang="en-IN" sz="2000" dirty="0">
                <a:solidFill>
                  <a:srgbClr val="FFFFFF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Mini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Project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Presentation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endParaRPr lang="en-IN" sz="2000" spc="-25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44780" marR="5080" indent="-132715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“</a:t>
            </a:r>
            <a:r>
              <a:rPr lang="en-IN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DATA SCIENCE RESOURCE HUB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”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1125" y="2759487"/>
            <a:ext cx="1908810" cy="155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Presented</a:t>
            </a:r>
            <a:r>
              <a:rPr sz="1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By,</a:t>
            </a:r>
            <a:endParaRPr lang="en-IN" sz="1400" spc="-25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spc="-25" dirty="0">
                <a:solidFill>
                  <a:srgbClr val="FFFFFF"/>
                </a:solidFill>
                <a:latin typeface="Times New Roman"/>
                <a:cs typeface="Times New Roman"/>
              </a:rPr>
              <a:t>Group no : 13</a:t>
            </a:r>
            <a:endParaRPr sz="1200" dirty="0">
              <a:latin typeface="Times New Roman"/>
              <a:cs typeface="Times New Roman"/>
            </a:endParaRPr>
          </a:p>
          <a:p>
            <a:pPr marL="12700" marR="5080">
              <a:lnSpc>
                <a:spcPts val="2060"/>
              </a:lnSpc>
              <a:spcBef>
                <a:spcPts val="114"/>
              </a:spcBef>
            </a:pPr>
            <a:r>
              <a:rPr lang="en-IN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Pooja Shankar S</a:t>
            </a:r>
            <a:r>
              <a:rPr sz="11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(4AI2</a:t>
            </a:r>
            <a:r>
              <a:rPr lang="en-IN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CD0</a:t>
            </a:r>
            <a:r>
              <a:rPr lang="en-IN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36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endParaRPr lang="en-IN" sz="1100" spc="-1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060"/>
              </a:lnSpc>
              <a:spcBef>
                <a:spcPts val="114"/>
              </a:spcBef>
            </a:pPr>
            <a:r>
              <a:rPr lang="en-IN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Nishmitha</a:t>
            </a:r>
            <a:r>
              <a:rPr sz="11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1100" spc="15" dirty="0">
                <a:solidFill>
                  <a:srgbClr val="FFFFFF"/>
                </a:solidFill>
                <a:latin typeface="Times New Roman"/>
                <a:cs typeface="Times New Roman"/>
              </a:rPr>
              <a:t>K M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(4AI2</a:t>
            </a:r>
            <a:r>
              <a:rPr lang="en-IN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CD0</a:t>
            </a:r>
            <a:r>
              <a:rPr lang="en-IN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34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endParaRPr lang="en-IN" sz="1100" spc="-1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060"/>
              </a:lnSpc>
              <a:spcBef>
                <a:spcPts val="114"/>
              </a:spcBef>
            </a:pPr>
            <a:r>
              <a:rPr lang="en-IN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Spoorthi H</a:t>
            </a:r>
            <a:r>
              <a:rPr sz="11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(4AI2</a:t>
            </a:r>
            <a:r>
              <a:rPr lang="en-IN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CD05</a:t>
            </a:r>
            <a:r>
              <a:rPr lang="en-IN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endParaRPr lang="en-IN" sz="1100" spc="-1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060"/>
              </a:lnSpc>
              <a:spcBef>
                <a:spcPts val="114"/>
              </a:spcBef>
            </a:pPr>
            <a:r>
              <a:rPr lang="en-IN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Dhanushree D.D</a:t>
            </a:r>
            <a:r>
              <a:rPr sz="11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(4AI2</a:t>
            </a:r>
            <a:r>
              <a:rPr lang="en-IN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CD0</a:t>
            </a:r>
            <a:r>
              <a:rPr lang="en-IN"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16</a:t>
            </a: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43600" y="4107903"/>
            <a:ext cx="1949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71924" y="4107312"/>
            <a:ext cx="1660525" cy="659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Under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Guidance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Prof.</a:t>
            </a:r>
            <a:r>
              <a:rPr sz="1600" spc="3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Shilpa K.V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750" y="64025"/>
            <a:ext cx="1352224" cy="138162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046037" y="277305"/>
            <a:ext cx="424942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</a:t>
            </a:r>
            <a:r>
              <a:rPr sz="2000" b="1" spc="-3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1" spc="-3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CS&amp;E</a:t>
            </a:r>
            <a:r>
              <a:rPr sz="2000" b="1" spc="-3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000" b="1" spc="-3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b="1" spc="-3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ct val="100000"/>
              </a:lnSpc>
            </a:pPr>
            <a:r>
              <a:rPr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Adichunchanagiri</a:t>
            </a:r>
            <a:r>
              <a:rPr sz="2000" b="1" spc="-3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sz="2000" b="1" spc="-3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1" spc="-8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</a:t>
            </a:r>
            <a:r>
              <a:rPr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Chikkamagaluru</a:t>
            </a:r>
            <a:r>
              <a:rPr sz="2000" b="1" spc="-8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000" b="1" spc="-7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577102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B317-292A-529F-7F83-11B17A5A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469308"/>
            <a:ext cx="8374549" cy="415498"/>
          </a:xfrm>
        </p:spPr>
        <p:txBody>
          <a:bodyPr/>
          <a:lstStyle/>
          <a:p>
            <a:r>
              <a:rPr lang="en-IN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D6A192-6642-809D-E787-63D6F23DD7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4725" y="1047750"/>
            <a:ext cx="230383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Problem 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Scope of the 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Project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Work 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Methodology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Challenges Faced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Future Work</a:t>
            </a:r>
          </a:p>
        </p:txBody>
      </p:sp>
    </p:spTree>
    <p:extLst>
      <p:ext uri="{BB962C8B-B14F-4D97-AF65-F5344CB8AC3E}">
        <p14:creationId xmlns:p14="http://schemas.microsoft.com/office/powerpoint/2010/main" val="329410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813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Problem</a:t>
            </a:r>
            <a:r>
              <a:rPr spc="-13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Definition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726" y="2397311"/>
            <a:ext cx="8368030" cy="1410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590" algn="just">
              <a:spcBef>
                <a:spcPts val="1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department does not have a single platform where all study materials are stored. Notes, question papers, and project details are spread across different places, making them hard to find. A centralized website is needed to make accessing and managing these resources easier for students and faculty.</a:t>
            </a:r>
          </a:p>
          <a:p>
            <a:pPr marL="12700" marR="21590" algn="just">
              <a:spcBef>
                <a:spcPts val="100"/>
              </a:spcBef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84D0D-67E5-03A2-8E96-062BEE7484FC}"/>
              </a:ext>
            </a:extLst>
          </p:cNvPr>
          <p:cNvSpPr txBox="1"/>
          <p:nvPr/>
        </p:nvSpPr>
        <p:spPr>
          <a:xfrm>
            <a:off x="364281" y="1123950"/>
            <a:ext cx="85929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centralized web-based Resource Hub for the Data Science department to organize notes, question papers, and project materials. Currently, resources are scattered and difficult for students and faculty to access efficiently.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70289"/>
            <a:ext cx="8374549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162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Scope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Project</a:t>
            </a:r>
          </a:p>
        </p:txBody>
      </p:sp>
      <p:sp>
        <p:nvSpPr>
          <p:cNvPr id="4" name="object 4"/>
          <p:cNvSpPr txBox="1"/>
          <p:nvPr/>
        </p:nvSpPr>
        <p:spPr>
          <a:xfrm rot="10800000" flipV="1">
            <a:off x="457200" y="971550"/>
            <a:ext cx="8534400" cy="10720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Areas the Project Focuses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academic resource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material upload and control for faculty.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B0A444-9E8A-0CE9-7FAC-D6E09ED16C3B}"/>
              </a:ext>
            </a:extLst>
          </p:cNvPr>
          <p:cNvSpPr txBox="1"/>
          <p:nvPr/>
        </p:nvSpPr>
        <p:spPr>
          <a:xfrm>
            <a:off x="384725" y="1885950"/>
            <a:ext cx="64732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Faculty login to add, update, or delete study materials.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Simple and user-friendly web interface for smooth navigation.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04911-AB28-A84F-A36D-659A357416F4}"/>
              </a:ext>
            </a:extLst>
          </p:cNvPr>
          <p:cNvSpPr txBox="1"/>
          <p:nvPr/>
        </p:nvSpPr>
        <p:spPr>
          <a:xfrm>
            <a:off x="384725" y="2809280"/>
            <a:ext cx="8686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Impact or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Convenience: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departmental study resources in one platform.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Time-saving: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effort spent searching for scattered materials.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209550"/>
            <a:ext cx="8374549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246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Project</a:t>
            </a:r>
            <a:r>
              <a:rPr spc="-114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Design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EF94F7F-8FBC-32F0-BDA1-FAA0AE8F8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670126"/>
            <a:ext cx="89154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computer system with basic configuration and internet access.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HTML, CSS, and JavaScript for building a clean and user-friendly interface.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Provides semester-wise navigation for students to access materials.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Django framework for handling data processing, authentication, and access control.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 Modules: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Admin Login: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access for faculty to upload, update, or delete files.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Student Access: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 viewing and downloading of study materials.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Features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Efficient backend processing for fast performance and reliability.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Ensures centralized access for both students and faculty.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61950"/>
            <a:ext cx="8374549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115">
              <a:lnSpc>
                <a:spcPct val="100000"/>
              </a:lnSpc>
              <a:spcBef>
                <a:spcPts val="100"/>
              </a:spcBef>
            </a:pPr>
            <a:r>
              <a:rPr lang="en-IN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Work Flow</a:t>
            </a:r>
            <a:endParaRPr spc="-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55268-6054-D149-25B8-A6F9218E4A7F}"/>
              </a:ext>
            </a:extLst>
          </p:cNvPr>
          <p:cNvSpPr txBox="1"/>
          <p:nvPr/>
        </p:nvSpPr>
        <p:spPr>
          <a:xfrm>
            <a:off x="1524000" y="895350"/>
            <a:ext cx="662939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                                 Start</a:t>
            </a:r>
          </a:p>
          <a:p>
            <a:r>
              <a:rPr lang="en-IN" dirty="0"/>
              <a:t>                                              |</a:t>
            </a:r>
          </a:p>
          <a:p>
            <a:r>
              <a:rPr lang="en-IN" dirty="0"/>
              <a:t>                                User Access Link</a:t>
            </a:r>
          </a:p>
          <a:p>
            <a:r>
              <a:rPr lang="en-IN" dirty="0"/>
              <a:t>                                              |</a:t>
            </a:r>
          </a:p>
          <a:p>
            <a:r>
              <a:rPr lang="en-IN" dirty="0"/>
              <a:t>       ┌──────────────┴──────────────┐</a:t>
            </a:r>
          </a:p>
          <a:p>
            <a:r>
              <a:rPr lang="en-IN" dirty="0"/>
              <a:t>        |                                                                           |</a:t>
            </a:r>
          </a:p>
          <a:p>
            <a:r>
              <a:rPr lang="en-IN" dirty="0"/>
              <a:t>    Faculty                                                              Student</a:t>
            </a:r>
          </a:p>
          <a:p>
            <a:r>
              <a:rPr lang="en-IN" dirty="0"/>
              <a:t>       |                                                                            |</a:t>
            </a:r>
          </a:p>
          <a:p>
            <a:r>
              <a:rPr lang="en-IN" dirty="0"/>
              <a:t>Login / Authentication                                             Search</a:t>
            </a:r>
          </a:p>
          <a:p>
            <a:r>
              <a:rPr lang="en-IN" dirty="0"/>
              <a:t>       |                                                                            |</a:t>
            </a:r>
          </a:p>
          <a:p>
            <a:r>
              <a:rPr lang="en-IN" dirty="0"/>
              <a:t>Update / Delete / Add                                     View &amp; Download</a:t>
            </a:r>
          </a:p>
          <a:p>
            <a:r>
              <a:rPr lang="en-IN" dirty="0"/>
              <a:t>       |                                                                            |</a:t>
            </a:r>
          </a:p>
          <a:p>
            <a:r>
              <a:rPr lang="en-IN" dirty="0"/>
              <a:t>      End                                                                     </a:t>
            </a:r>
            <a:r>
              <a:rPr lang="en-IN" dirty="0" err="1"/>
              <a:t>End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55564"/>
            <a:ext cx="8374549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643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437" y="1156426"/>
            <a:ext cx="8620837" cy="36251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80BB2E6-12C4-FEAE-7ED0-7F0FE9564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896" y="725090"/>
            <a:ext cx="779572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need for a centralized platform for academic resources.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the backend using Django to manage uploading, storage, and access.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an SQLite database to store uploaded materials in an organized way.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frontend, backend, and database for smooth operation.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login authentication, file upload/download, and error handling.</a:t>
            </a: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4D5F-64BB-6CBF-28B1-35E3234B0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5" y="469308"/>
            <a:ext cx="8374549" cy="430887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                    Tools And Technology</a:t>
            </a: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A37A4-20B3-C276-5475-A5F21BDFD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142" y="1252606"/>
            <a:ext cx="8210658" cy="2492990"/>
          </a:xfrm>
        </p:spPr>
        <p:txBody>
          <a:bodyPr/>
          <a:lstStyle/>
          <a:p>
            <a:r>
              <a:rPr lang="en-IN" b="1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  <a:r>
              <a:rPr lang="en-IN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Python, HTML, CSS</a:t>
            </a:r>
          </a:p>
          <a:p>
            <a:pPr marL="114300" indent="0">
              <a:buNone/>
            </a:pPr>
            <a:endParaRPr lang="en-IN" u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  <a:r>
              <a:rPr lang="en-IN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Django (backend) / CSS (frontend)</a:t>
            </a:r>
          </a:p>
          <a:p>
            <a:pPr marL="114300" indent="0">
              <a:buNone/>
            </a:pPr>
            <a:endParaRPr lang="en-IN" u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SQLite</a:t>
            </a:r>
          </a:p>
          <a:p>
            <a:pPr marL="114300" indent="0">
              <a:buNone/>
            </a:pPr>
            <a:endParaRPr lang="en-IN" u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  <a:r>
              <a:rPr lang="en-IN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Django</a:t>
            </a:r>
          </a:p>
          <a:p>
            <a:pPr marL="114300" indent="0">
              <a:buNone/>
            </a:pPr>
            <a:endParaRPr lang="en-IN" u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VS Code </a:t>
            </a:r>
          </a:p>
        </p:txBody>
      </p:sp>
    </p:spTree>
    <p:extLst>
      <p:ext uri="{BB962C8B-B14F-4D97-AF65-F5344CB8AC3E}">
        <p14:creationId xmlns:p14="http://schemas.microsoft.com/office/powerpoint/2010/main" val="3404754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285750"/>
            <a:ext cx="8374549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/>
              <a:t>                              </a:t>
            </a:r>
            <a:r>
              <a:rPr lang="en-IN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plementation</a:t>
            </a:r>
            <a:endParaRPr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600" y="819150"/>
            <a:ext cx="8534400" cy="306173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</a:t>
            </a:r>
            <a:r>
              <a:rPr lang="en-IN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for faculty uploads and student access.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built with HTML, CSS, and JavaScript for a simple UI.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developed using Django for authentication and file handling.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 used to store uploaded files and maintain records.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ensures only authorized faculty can upload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0877" y="285750"/>
            <a:ext cx="272224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971550"/>
            <a:ext cx="8730663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managing and storing uploaded academic files securely.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the backend (Django) smoothly with the SQLite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fast and organized access to uploaded materials for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 simple and easy-to-use interface for both faculty and students.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4722" y="325092"/>
            <a:ext cx="830207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solidFill>
                  <a:schemeClr val="tx2"/>
                </a:solidFill>
                <a:latin typeface="Times New Roman"/>
                <a:cs typeface="Times New Roman"/>
              </a:rPr>
              <a:t>                                    </a:t>
            </a:r>
            <a:r>
              <a:rPr lang="en-IN" sz="2800" dirty="0">
                <a:solidFill>
                  <a:schemeClr val="tx2"/>
                </a:solidFill>
                <a:latin typeface="Times New Roman"/>
                <a:cs typeface="Times New Roman"/>
              </a:rPr>
              <a:t>RESULT</a:t>
            </a:r>
            <a:endParaRPr sz="2800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400" y="768803"/>
            <a:ext cx="8915400" cy="4165147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  <a:buSzPct val="71428"/>
              <a:tabLst>
                <a:tab pos="308610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8D39826-E8A9-88C6-9699-9C5744FC7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895350"/>
            <a:ext cx="8077200" cy="29780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741B81-361D-F56D-4430-03C3E0C03AF8}"/>
              </a:ext>
            </a:extLst>
          </p:cNvPr>
          <p:cNvSpPr txBox="1"/>
          <p:nvPr/>
        </p:nvSpPr>
        <p:spPr>
          <a:xfrm>
            <a:off x="3352800" y="4094261"/>
            <a:ext cx="2590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434343"/>
                </a:solidFill>
                <a:latin typeface="Times New Roman"/>
                <a:cs typeface="Times New Roman"/>
              </a:rPr>
              <a:t>Fig: Backend Execution Output</a:t>
            </a:r>
            <a:endParaRPr lang="en-IN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57600" y="4171950"/>
            <a:ext cx="16002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dirty="0">
                <a:solidFill>
                  <a:schemeClr val="tx1"/>
                </a:solidFill>
                <a:latin typeface="Times New Roman"/>
                <a:cs typeface="Times New Roman"/>
              </a:rPr>
              <a:t>Fig: Login page</a:t>
            </a:r>
            <a:endParaRPr sz="1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8" name="Picture 7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2F42D655-2968-E7E6-D14F-C7A0A1036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14350"/>
            <a:ext cx="77724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62400" y="3943350"/>
            <a:ext cx="26670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dirty="0">
                <a:solidFill>
                  <a:srgbClr val="434343"/>
                </a:solidFill>
                <a:latin typeface="Times New Roman"/>
                <a:cs typeface="Times New Roman"/>
              </a:rPr>
              <a:t>Fig: Website 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close-up of a computer&#10;&#10;AI-generated content may be incorrect.">
            <a:extLst>
              <a:ext uri="{FF2B5EF4-FFF2-40B4-BE49-F238E27FC236}">
                <a16:creationId xmlns:a16="http://schemas.microsoft.com/office/drawing/2014/main" id="{CB5A8F58-C3C1-EDED-DBF4-EB4DB81BF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61950"/>
            <a:ext cx="777240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85489" y="4141408"/>
            <a:ext cx="1837689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dirty="0">
                <a:solidFill>
                  <a:srgbClr val="434343"/>
                </a:solidFill>
                <a:latin typeface="Times New Roman"/>
                <a:cs typeface="Times New Roman"/>
              </a:rPr>
              <a:t>Fig: Study materials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CCFAA-DC1B-88DC-9864-2DDB3933D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6706"/>
            <a:ext cx="6570268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3438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6574" y="1318647"/>
            <a:ext cx="8372700" cy="118987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065" marR="5080" algn="just">
              <a:lnSpc>
                <a:spcPct val="106800"/>
              </a:lnSpc>
              <a:spcBef>
                <a:spcPts val="190"/>
              </a:spcBef>
              <a:buClr>
                <a:srgbClr val="434343"/>
              </a:buClr>
              <a:buSzPct val="128571"/>
              <a:tabLst>
                <a:tab pos="379095" algn="l"/>
                <a:tab pos="1382395" algn="l"/>
                <a:tab pos="1823085" algn="l"/>
                <a:tab pos="2806700" algn="l"/>
                <a:tab pos="3434715" algn="l"/>
                <a:tab pos="4279900" algn="l"/>
                <a:tab pos="50165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Department Resource Hub provides a centralized digital platform where faculty can securely upload materials and students can access them anytime through a web link. It saves time, improves coordination, and makes learning more efficient by keeping academic resources organized, accessible, and reliable for the department.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644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Future</a:t>
            </a:r>
            <a:r>
              <a:rPr spc="-114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00150"/>
            <a:ext cx="8374549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 advanced search and filter option to find materials faster.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automatic notifications when new materials are uploaded.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 chatbot for student queries and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easier access on smartphones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9525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A3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098378" y="4"/>
            <a:ext cx="3046095" cy="203073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3849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8" y="9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28789" y="101537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4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048000" y="1906270"/>
            <a:ext cx="27432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FFFFFF"/>
                </a:solidFill>
                <a:latin typeface="Times New Roman"/>
                <a:cs typeface="Times New Roman"/>
              </a:rPr>
              <a:t>Thank</a:t>
            </a:r>
            <a:r>
              <a:rPr sz="42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4200" spc="-130" dirty="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r>
              <a:rPr lang="en-IN" sz="4200" spc="-130" dirty="0">
                <a:solidFill>
                  <a:srgbClr val="FFFFFF"/>
                </a:solidFill>
                <a:latin typeface="Times New Roman"/>
                <a:cs typeface="Times New Roman"/>
              </a:rPr>
              <a:t>!</a:t>
            </a:r>
            <a:endParaRPr sz="4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0629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</TotalTime>
  <Words>751</Words>
  <Application>Microsoft Office PowerPoint</Application>
  <PresentationFormat>On-screen Show (16:9)</PresentationFormat>
  <Paragraphs>111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Roboto</vt:lpstr>
      <vt:lpstr>Times New Roman</vt:lpstr>
      <vt:lpstr>Office Theme</vt:lpstr>
      <vt:lpstr>Dept. of CS&amp;E ( DATA SCIENCE) Adichunchanagiri Institute of Technology Chikkamagaluru - 577102</vt:lpstr>
      <vt:lpstr>CONTENTS</vt:lpstr>
      <vt:lpstr>Problem Definition</vt:lpstr>
      <vt:lpstr>Scope of the Project</vt:lpstr>
      <vt:lpstr>Project Design</vt:lpstr>
      <vt:lpstr>    Work Flow</vt:lpstr>
      <vt:lpstr>Methodology</vt:lpstr>
      <vt:lpstr>                            Tools And Technology</vt:lpstr>
      <vt:lpstr>                              Implementation</vt:lpstr>
      <vt:lpstr>Challenges Faced</vt:lpstr>
      <vt:lpstr>                                    RESULT</vt:lpstr>
      <vt:lpstr>Fig: Login page</vt:lpstr>
      <vt:lpstr>Fig: Website </vt:lpstr>
      <vt:lpstr>Fig: Study materials</vt:lpstr>
      <vt:lpstr>Conclusion</vt:lpstr>
      <vt:lpstr>Future Work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PPT-1.pptx</dc:title>
  <dc:creator>Spoorthi H</dc:creator>
  <cp:lastModifiedBy>hemanthspoorthi676@gmail.com</cp:lastModifiedBy>
  <cp:revision>6</cp:revision>
  <dcterms:created xsi:type="dcterms:W3CDTF">2025-11-24T10:44:20Z</dcterms:created>
  <dcterms:modified xsi:type="dcterms:W3CDTF">2025-11-26T07:23:57Z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2025-11-24T00:00:00Z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2025-11-24T00:00:00Z</vt:filetime>
  </property>
</Properties>
</file>