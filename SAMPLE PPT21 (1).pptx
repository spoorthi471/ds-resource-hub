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0" r:id="rId3"/>
    <p:sldId id="257" r:id="rId4"/>
    <p:sldId id="258" r:id="rId5"/>
    <p:sldId id="271" r:id="rId6"/>
    <p:sldId id="272" r:id="rId7"/>
    <p:sldId id="284" r:id="rId8"/>
    <p:sldId id="281" r:id="rId9"/>
    <p:sldId id="282" r:id="rId10"/>
    <p:sldId id="283" r:id="rId11"/>
    <p:sldId id="270" r:id="rId12"/>
  </p:sldIdLst>
  <p:sldSz cx="9144000" cy="5143500" type="screen16x9"/>
  <p:notesSz cx="6858000" cy="9144000"/>
  <p:embeddedFontLst>
    <p:embeddedFont>
      <p:font typeface="PMingLiU-ExtB" panose="02020500000000000000" pitchFamily="18" charset="-120"/>
      <p:regular r:id="rId14"/>
    </p:embeddedFont>
    <p:embeddedFont>
      <p:font typeface="Roboto" panose="02000000000000000000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a4ea851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a4ea851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a4ea8511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a4ea8511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 panose="02000000000000000000"/>
              <a:buNone/>
              <a:defRPr sz="3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341541" y="1300621"/>
            <a:ext cx="8222100" cy="20305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br>
              <a:rPr lang="en-GB" sz="1800" b="1" dirty="0"/>
            </a:br>
            <a:r>
              <a:rPr lang="en-GB" sz="1800" b="1" dirty="0"/>
              <a:t>    </a:t>
            </a:r>
            <a:r>
              <a:rPr lang="en-GB" sz="2400" b="1" dirty="0"/>
              <a:t>Mini Project – Proposal Seminar</a:t>
            </a:r>
            <a:br>
              <a:rPr lang="en-GB" sz="2400" b="1" dirty="0"/>
            </a:br>
            <a:r>
              <a:rPr lang="en-GB" sz="2400" b="1" dirty="0"/>
              <a:t> On </a:t>
            </a:r>
            <a:endParaRPr lang="en-US" sz="2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MingLiU-ExtB" panose="02020500000000000000" pitchFamily="18" charset="-120"/>
                <a:ea typeface="PMingLiU-ExtB" panose="02020500000000000000" pitchFamily="18" charset="-120"/>
              </a:rPr>
              <a:t>“DS Resource Hub”</a:t>
            </a:r>
            <a:r>
              <a:rPr lang="en-US" sz="3600" dirty="0"/>
              <a:t>                    </a:t>
            </a:r>
            <a:r>
              <a:rPr lang="en-US" sz="3200" dirty="0"/>
              <a:t>           </a:t>
            </a:r>
            <a:endParaRPr lang="en-US" sz="2400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433640" y="3256316"/>
            <a:ext cx="8552478" cy="1750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                                                                                                                         Under the Guidance 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/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POOJA SHANKAR S(4AI23CD036)                                                                                        Prof . Shilpa K .V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NISHMITHA K M(4AI23CD034)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SPOORTHI H(4AI23CD053)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DHANUSHREE D D(4AI23CD016)	</a:t>
            </a:r>
            <a:r>
              <a:rPr lang="en-GB" sz="1400" dirty="0"/>
              <a:t>				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3750" y="64025"/>
            <a:ext cx="1352225" cy="13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572184" y="-101910"/>
            <a:ext cx="1672366" cy="16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686050" y="84459"/>
            <a:ext cx="49728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Dept. of CS&amp;E ( DATA SCIENCE)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Adichunchanagiri</a:t>
            </a: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Institute of Technology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Chikkamagaluru</a:t>
            </a:r>
            <a:r>
              <a:rPr lang="en-GB" sz="1800" b="1" dirty="0">
                <a:solidFill>
                  <a:schemeClr val="bg1">
                    <a:lumMod val="95000"/>
                  </a:schemeClr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- 577102</a:t>
            </a:r>
            <a:endParaRPr sz="1800" b="1" dirty="0">
              <a:solidFill>
                <a:schemeClr val="bg1">
                  <a:lumMod val="95000"/>
                </a:schemeClr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67922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736495"/>
            <a:ext cx="8520600" cy="33390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66975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285387" y="808856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centralized web-based hub for the Data Science department.</a:t>
            </a:r>
          </a:p>
          <a:p>
            <a:pPr marL="11430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organizes academic resources like question papers, project titles, and syllabi.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faculty to securely upload, update, and share materials.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easily access and view resources anytime.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gaps and saves time.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departmental coordination and supports effective learning.</a:t>
            </a: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4877" y="94236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07868F9-1338-BF21-219C-74C0923EB5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4988" y="1002089"/>
            <a:ext cx="8520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resources are scattered and hard to access.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centralized system for storing departmental materials.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 struggle to find past papers and updated syllabi.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Faculty repeatedly share the same content with each batch.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digital solution is needed to improve access, efficiency, and collaboration.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49" y="18633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                  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53A793E-37C2-1197-5000-1D09CA24D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150" y="1230313"/>
            <a:ext cx="8521700" cy="2733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are managed manually or shared via WhatsApp, Google Drive, or printouts.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structure or categorization exists for storing materials.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is wasted by students and faculty in locating resources.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system is unorganized, inefficient, and prone to data loss.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651" y="107393"/>
            <a:ext cx="8520600" cy="6078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995298"/>
            <a:ext cx="8520600" cy="33390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Resource Hub that centralizes all academic data for the Data Science department.</a:t>
            </a:r>
          </a:p>
          <a:p>
            <a:pPr marL="11430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faculty to upload and manage files securely using a structured database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search and download materials using an organized and user-friendly interface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54E3-1FA3-A022-FAE6-50CBBAE6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 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038B25-D6F0-6376-1430-85669640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66" y="1259611"/>
            <a:ext cx="3429000" cy="339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9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1620-4D74-10D8-A011-F0689FAE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788BD-D125-87DF-729C-941A1D216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874"/>
            <a:ext cx="8520600" cy="1832993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endParaRPr lang="en-US" dirty="0"/>
          </a:p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centralized web-based resource hub that addresses the issues of scattered academic materials, inefficient access, and poor organization of previous year question papers, project titles, and syllabi in the Data Science department.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08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2220-3967-C568-A87D-382F0D6D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                           </a:t>
            </a:r>
            <a:r>
              <a:rPr lang="en-US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Tools And Technology</a:t>
            </a:r>
            <a:endParaRPr lang="en-IN" b="1" u="sng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ED11C-4AAB-B4AF-EDEB-232895171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Python, HTML, CSS</a:t>
            </a: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Django (backend) / CSS (frontend)</a:t>
            </a: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SQLite</a:t>
            </a: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Django</a:t>
            </a:r>
          </a:p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VS Code </a:t>
            </a:r>
          </a:p>
        </p:txBody>
      </p:sp>
    </p:spTree>
    <p:extLst>
      <p:ext uri="{BB962C8B-B14F-4D97-AF65-F5344CB8AC3E}">
        <p14:creationId xmlns:p14="http://schemas.microsoft.com/office/powerpoint/2010/main" val="116696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C985-928D-38AE-20CF-205BE3EA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                         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BBB34-1410-CBAA-1607-D8FD9EFF2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functional centralized web portal for managing academic resources.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upload and access for both students and faculty.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coordination and collaboration within the department.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step toward digitally transforming academic resource management.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67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2029" y="1541487"/>
            <a:ext cx="3793232" cy="60780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4800" dirty="0"/>
              <a:t> </a:t>
            </a:r>
            <a:endParaRPr lang="en-IN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438</Words>
  <Application>Microsoft Office PowerPoint</Application>
  <PresentationFormat>On-screen Show (16:9)</PresentationFormat>
  <Paragraphs>80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Roboto</vt:lpstr>
      <vt:lpstr>PMingLiU-ExtB</vt:lpstr>
      <vt:lpstr>Arial</vt:lpstr>
      <vt:lpstr>Times New Roman</vt:lpstr>
      <vt:lpstr>Geometric</vt:lpstr>
      <vt:lpstr>        Mini Project – Proposal Seminar  On  “DS Resource Hub”                               </vt:lpstr>
      <vt:lpstr>AGENDA</vt:lpstr>
      <vt:lpstr>About the Project</vt:lpstr>
      <vt:lpstr>MOTIVATION</vt:lpstr>
      <vt:lpstr>                            EXISTING SYSTEM </vt:lpstr>
      <vt:lpstr>PROPOSED SYSTEM</vt:lpstr>
      <vt:lpstr>Architectural Design Flow</vt:lpstr>
      <vt:lpstr>PROBLEM STATEMENT</vt:lpstr>
      <vt:lpstr>                            Tools And Technology</vt:lpstr>
      <vt:lpstr>                           EXPECTED OUTCOME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- Synopsis on                                     “            “</dc:title>
  <dc:creator/>
  <cp:lastModifiedBy>DHANU SHREE</cp:lastModifiedBy>
  <cp:revision>52</cp:revision>
  <dcterms:created xsi:type="dcterms:W3CDTF">2025-10-14T05:31:14Z</dcterms:created>
  <dcterms:modified xsi:type="dcterms:W3CDTF">2025-10-27T23:31:22Z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BE40A06714BC4AA882FCA8C4ACBC57E0_12</vt:lpwstr>
  </property>
  <property fmtid="{D5CDD505-2E9C-101B-9397-08002B2CF9AE}" pid="3" name="KSOProductBuildVer">
    <vt:lpwstr>1033-12.2.0.23131</vt:lpwstr>
  </property>
</Properties>
</file>